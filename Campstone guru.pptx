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8" r:id="rId3"/>
    <p:sldId id="265" r:id="rId4"/>
    <p:sldId id="256" r:id="rId5"/>
    <p:sldId id="264" r:id="rId6"/>
    <p:sldId id="257" r:id="rId7"/>
    <p:sldId id="266" r:id="rId8"/>
    <p:sldId id="267" r:id="rId9"/>
    <p:sldId id="259" r:id="rId10"/>
    <p:sldId id="258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3468-2921-F4C2-4C3A-1867C872C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FA28A-851B-E2AC-8936-0AF2F1717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ADBA-E5FE-40CB-FC80-C225D615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18C31-D735-D6DC-5991-16BCBC63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EF27-7741-FCA2-A3D5-B9674F4E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00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8EDA-99A3-543A-69FB-EDFE1F116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4A034-544B-6FA4-7977-88EC17772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2A65B-CCCC-8297-E7AE-BD4EC448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24176-ED39-B068-7B84-DD042E06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1045F-0ACF-747E-3672-59B583EE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46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E1FB-7FE3-B018-E57A-5136248B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47A93-DDE3-081F-33B6-7EC41CBA9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FCB77-DEAB-68AF-AE82-1EE2AA9C2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BA12E-6CE5-F544-F405-DB9799B5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54D00-7577-0B88-1F80-9E13712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61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7D59-8A09-BB83-4895-A9964C73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2F8F7-0883-59E0-6061-330E04E49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947A7-EB1B-6FF8-8E19-707FCE879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0ACB-2833-62A2-962E-8E477BC5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6AC76-DF98-A224-FE39-0988814C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53F7B-E5DE-4CBB-FFF3-2811B3ED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15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FF3D-0DB4-98B5-8390-36659681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5C716-6821-C7B8-F367-B0A64990F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FF5A4-810C-8EB9-E2F1-4D1EA97D8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99BBF-A237-6629-DCFF-0B3E3777F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3391A-287B-AE45-6176-AF10C1A61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541AE-BA63-AAFA-7F65-D5F39C29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2EB55-12A5-0F76-A2E6-972DB6FF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DB377A-24BD-CF57-B39B-C6C4E768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77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8066-FC3D-9D69-7190-EEA0AFD4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9C9A4-D8E3-D284-42CC-15268188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13D64-5F4F-4A8B-DA4D-F6913229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BE71C-1CCC-0B47-95D4-B38D556C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65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79C2C-C8F7-77E9-5A65-AEF99AF5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D217E-385F-2A73-4173-4D7E1556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27915-799B-01D1-57EA-FB3159B2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00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CC15B-33FF-10DD-846F-0C71C268E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0838-0097-9D81-6CE8-FF85D6D1E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A7FBC-EA7E-0212-CFB8-9047B44E5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41952-4329-3B62-C4A9-08EE93B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24839-58A7-3D0D-BAEE-78EFC785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99EA9-1031-557A-7FD7-B70733D8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38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E0D6-1E83-BC27-A43D-580256818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23CAD-8B41-D236-2D2B-E4E56B65F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95C3F-9389-613D-12E0-C3D36740B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96B81-DD57-6E39-6003-24CE1233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A9D61-3B7F-6EDB-FA87-391B1F8F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1733D-12D5-C05E-3514-7021E93B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5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6875-3476-018A-AC3B-F647F535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945A5-729A-7F1D-23A5-DEC3F6296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10F39-AA7E-1918-68D3-9216D361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1266-578D-9C20-AF81-D2053C19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8922E-C707-3D91-1B60-6AEC7BE4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37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94CC9-9068-58E6-0E0D-9F532666E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26E0F-E1D6-8F4A-462B-67033C860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B6AEE-BCA3-12E1-A045-8EDB7844F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818A1-BDC0-77F4-5924-4FF9D92B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0D4F4-0761-3AF2-BB0E-4BAC82AD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09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F5096-A3DC-67FA-FAFC-83E8465B2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3CB7-33BC-E4A9-F6D2-DEABF6345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E5788-65FF-3100-C1A5-76291E72B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924F0-1187-4A92-9E53-8BEFFD72D49B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E015-C0C4-40C2-288F-65021087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0081A-CB02-50D6-3ECD-5B634ABE1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07307-6C10-450D-A17A-74BDE6F1E4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50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585D4-864F-17DF-A5F0-0BCEF5943D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SKILLSHIFT – CAREER TRANSITION ADVISOR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A98F9-8A14-A588-2B33-D84EADE1E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32544"/>
          </a:xfrm>
        </p:spPr>
        <p:txBody>
          <a:bodyPr/>
          <a:lstStyle/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done by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GURUSARVESH S </a:t>
            </a:r>
          </a:p>
          <a:p>
            <a:pPr algn="l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424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96C8-6BF8-4FE1-93DA-2CAB8CD1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3FDD-678E-0FDA-2D56-F6E558206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students and professionals are confused about choosing the right career path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guidance based on skills and market demand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Our system solves this by providing </a:t>
            </a:r>
            <a:r>
              <a:rPr lang="en-US" b="1" dirty="0"/>
              <a:t>data-driven career recommendations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build an </a:t>
            </a:r>
            <a:r>
              <a:rPr lang="en-US" b="1" dirty="0"/>
              <a:t>AI-based Career Advisor system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suggest suitable career paths based on user profile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identify </a:t>
            </a:r>
            <a:r>
              <a:rPr lang="en-US" b="1" dirty="0"/>
              <a:t>skill gaps</a:t>
            </a:r>
            <a:r>
              <a:rPr lang="en-US" dirty="0"/>
              <a:t> and guide users on what to learn next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913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D52C-E542-68C4-E1FE-E5E8DFED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42220-988C-62B2-B990-1B051F8F6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* Addresses the challenge of aligning existing skills with evolving industry demands by providing AI-based, personalized career recommendations for students and professionals.</a:t>
            </a:r>
          </a:p>
          <a:p>
            <a:endParaRPr lang="en-US" dirty="0"/>
          </a:p>
          <a:p>
            <a:r>
              <a:rPr lang="en-US" dirty="0"/>
              <a:t>* Collects and preprocesses user data (education, skills, experience, interests), applies TF-IDF for skill vectorization, label encoding for categorical data, and combines features for model input.</a:t>
            </a:r>
          </a:p>
          <a:p>
            <a:endParaRPr lang="en-US" dirty="0"/>
          </a:p>
          <a:p>
            <a:r>
              <a:rPr lang="en-US" dirty="0"/>
              <a:t>* Uses a Random Forest Classifier to predict suitable career paths and performs skill gap analysis, providing outputs like required skills, salary range, and market demand.</a:t>
            </a:r>
          </a:p>
          <a:p>
            <a:endParaRPr lang="en-US" dirty="0"/>
          </a:p>
          <a:p>
            <a:r>
              <a:rPr lang="en-US" dirty="0"/>
              <a:t>* Delivers insights through a web-based interface, enabling data-driven career planning, upskilling, and smooth transition to high-demand, technology-driven roles.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31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CEF8-4C20-7DE2-BFAA-6D7B55D3D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2E70-6589-DE6C-9895-D1D0D06A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199"/>
            <a:ext cx="10515600" cy="31003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Career Advisor helps users find career paths using machine learning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students and professionals from fields like engineering and finance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education , Skills and experience for personalized advice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current skills and tech roles like data analytics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38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3D13-7EEF-C25E-441B-933661EB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IN" dirty="0"/>
              <a:t>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CB2221-F5DC-3B1D-4477-70614B476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5139"/>
            <a:ext cx="1071470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AI-driven career guidance systems use machine learning and NLP to analyze education, skills, interests, and experience for career recommendations, as seen in Scopus-indexed research.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Approaches:Random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Forest (up to 88% accuracy), deep learning models like LSTM and RNN, and hybrid models (Random Forest, Naive Bayes, neural networks) with TF-IDF for unstructured skill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Features: Evaluate academic performance, skills, experience, and interests, include skill gap analysis, and sometimes use chatbots, but are mostly limited to general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Architecture: Predominantly web-based, using MERN stack or NLP techniques like BERT embeddings, enabling real-time and scalable recommendations, mainly for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Users: Primarily students and fresh graduates, with limited support for working professionals and cross-domain career transitions.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Summary:Systems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domain-specific and student-focused, lacking personalized cross-domain guidance, real-time market insights, salary data, and skill translation, highlighting the need for more comprehensive career mobility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3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819C-0DAD-52A9-4419-25AB35BC3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95"/>
            <a:ext cx="10515600" cy="991684"/>
          </a:xfrm>
        </p:spPr>
        <p:txBody>
          <a:bodyPr>
            <a:normAutofit/>
          </a:bodyPr>
          <a:lstStyle/>
          <a:p>
            <a:r>
              <a:rPr lang="en-IN" sz="3200" dirty="0"/>
              <a:t>Proposed System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Design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A65D-3AB3-9C3D-7BB9-00B2E955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10"/>
            <a:ext cx="6164484" cy="48201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enter education level (e.g., Bachelors , Masters) using dropdown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options include CS, Finance, Engineering, etc.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are entered as comma-separated text (e.g., Python, SQL)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CGPA/percentage and career interest fields complete the profile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C5560-7D6D-CDAD-E0BD-5E457B227A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8" t="-4" r="27930" b="4"/>
          <a:stretch>
            <a:fillRect/>
          </a:stretch>
        </p:blipFill>
        <p:spPr bwMode="auto">
          <a:xfrm>
            <a:off x="7684429" y="800457"/>
            <a:ext cx="4158593" cy="26285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273476-A858-BE03-C391-80248DB50F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32" t="-34" r="22509" b="3029"/>
          <a:stretch>
            <a:fillRect/>
          </a:stretch>
        </p:blipFill>
        <p:spPr bwMode="auto">
          <a:xfrm>
            <a:off x="7684429" y="3827213"/>
            <a:ext cx="4158593" cy="23497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9027D6-96A7-3CC6-1811-94713BAF5200}"/>
              </a:ext>
            </a:extLst>
          </p:cNvPr>
          <p:cNvSpPr/>
          <p:nvPr/>
        </p:nvSpPr>
        <p:spPr>
          <a:xfrm>
            <a:off x="8512140" y="3315474"/>
            <a:ext cx="2503170" cy="4514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Fig:1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49D4DF-BF3A-8E76-D88B-2E238B889207}"/>
              </a:ext>
            </a:extLst>
          </p:cNvPr>
          <p:cNvSpPr/>
          <p:nvPr/>
        </p:nvSpPr>
        <p:spPr>
          <a:xfrm>
            <a:off x="8613991" y="6296383"/>
            <a:ext cx="2503170" cy="4514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Fig:2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9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5535-CA13-F25B-8199-EB8E8F7E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6E5B5-A22F-462E-7DDC-E9B9DC39B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Intelligent Career Recommendation System</a:t>
            </a:r>
          </a:p>
          <a:p>
            <a:r>
              <a:rPr lang="en-US" dirty="0"/>
              <a:t>The system uses a machine learning model (Random Forest) to analyze user inputs such as education, specialization, skills, and experience to recommend the most suitable career paths like Data Analyst or ML Engineer.</a:t>
            </a:r>
          </a:p>
          <a:p>
            <a:r>
              <a:rPr lang="en-US" dirty="0"/>
              <a:t>Data Preprocessing &amp; Feature Engineering</a:t>
            </a:r>
          </a:p>
          <a:p>
            <a:r>
              <a:rPr lang="en-US" dirty="0"/>
              <a:t>  User-provided skills are converted into numerical form using TF-IDF, while categorical inputs like education and domain are encoded using label encoding to make them suitable for model prediction.</a:t>
            </a:r>
          </a:p>
          <a:p>
            <a:r>
              <a:rPr lang="en-US" dirty="0"/>
              <a:t>Skill Gap Analysis Mechanism</a:t>
            </a:r>
          </a:p>
          <a:p>
            <a:r>
              <a:rPr lang="en-US" dirty="0"/>
              <a:t>  The system compares the user’s current skills with the required skills for the recommended job role and identifies missing skills, helping users understand what they need to learn.</a:t>
            </a:r>
          </a:p>
          <a:p>
            <a:r>
              <a:rPr lang="en-US" dirty="0"/>
              <a:t>User-Friendly Web Interface</a:t>
            </a:r>
          </a:p>
          <a:p>
            <a:r>
              <a:rPr lang="en-US" dirty="0"/>
              <a:t>  The platform includes signup/login authentication and an interactive dashboard where users can input their details and receive results in a clean, structured card format.</a:t>
            </a:r>
          </a:p>
          <a:p>
            <a:r>
              <a:rPr lang="en-US" dirty="0"/>
              <a:t>Insightful Output with Market Trends</a:t>
            </a:r>
          </a:p>
          <a:p>
            <a:r>
              <a:rPr lang="en-US" dirty="0"/>
              <a:t>  The system not only suggests career paths but also provides additional insights like required skills, market demand (High/Medium), and estimated salary range, making the recommendations practical and actionable.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07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3846-C549-2D28-80E7-47457C7C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DE559-A79B-903E-9D4E-30985217F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Random Forest for Career </a:t>
            </a:r>
            <a:r>
              <a:rPr lang="en-US" dirty="0" err="1"/>
              <a:t>PredictionThe</a:t>
            </a:r>
            <a:r>
              <a:rPr lang="en-US" dirty="0"/>
              <a:t> system uses a Random Forest Classifier to predict the most suitable career path based on user inputs, improving accuracy by combining multiple decision trees.</a:t>
            </a:r>
          </a:p>
          <a:p>
            <a:r>
              <a:rPr lang="en-US" dirty="0"/>
              <a:t>TF-IDF for Skill </a:t>
            </a:r>
            <a:r>
              <a:rPr lang="en-US" dirty="0" err="1"/>
              <a:t>ProcessingUser</a:t>
            </a:r>
            <a:r>
              <a:rPr lang="en-US" dirty="0"/>
              <a:t>-entered skills are converted into numerical vectors using TF-IDF, which helps the model understand the importance of each skill.</a:t>
            </a:r>
          </a:p>
          <a:p>
            <a:r>
              <a:rPr lang="en-US" dirty="0"/>
              <a:t>Label Encoding of Categorical </a:t>
            </a:r>
            <a:r>
              <a:rPr lang="en-US" dirty="0" err="1"/>
              <a:t>DataInputs</a:t>
            </a:r>
            <a:r>
              <a:rPr lang="en-US" dirty="0"/>
              <a:t> like education level, specialization, and career labels are transformed into numerical form using Label Encoding for model compatibility.</a:t>
            </a:r>
          </a:p>
          <a:p>
            <a:r>
              <a:rPr lang="en-US" dirty="0"/>
              <a:t>Feature Integration using </a:t>
            </a:r>
            <a:r>
              <a:rPr lang="en-US" dirty="0" err="1"/>
              <a:t>NumPySkill</a:t>
            </a:r>
            <a:r>
              <a:rPr lang="en-US" dirty="0"/>
              <a:t> vectors (TF-IDF) are combined with other features like education, specialization, and CGPA to create a complete feature set for prediction.</a:t>
            </a:r>
          </a:p>
          <a:p>
            <a:r>
              <a:rPr lang="en-US" dirty="0"/>
              <a:t>Prediction with Skill Gap </a:t>
            </a:r>
            <a:r>
              <a:rPr lang="en-US" dirty="0" err="1"/>
              <a:t>AnalysisThe</a:t>
            </a:r>
            <a:r>
              <a:rPr lang="en-US" dirty="0"/>
              <a:t> model predicts a career, and a rule-based method identifies missing skills by comparing user skills with required skills for the predicted role.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9673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2FE8-DE11-5BEC-AEE6-F21E6394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5964"/>
          </a:xfrm>
        </p:spPr>
        <p:txBody>
          <a:bodyPr>
            <a:normAutofit/>
          </a:bodyPr>
          <a:lstStyle/>
          <a:p>
            <a:r>
              <a:rPr lang="en-IN" sz="3200" dirty="0"/>
              <a:t>Proposed System: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4C55-FBC3-DEB7-D115-3BCAFB664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Signup form includes full name, username, and password (with hashing)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form verifies username and password using MySQL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form uses grid layout for profile inputs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 with blue theme and proper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3110828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10AE6-E55F-D05D-637B-43C5CBF7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753"/>
            <a:ext cx="10515600" cy="771391"/>
          </a:xfrm>
        </p:spPr>
        <p:txBody>
          <a:bodyPr>
            <a:normAutofit/>
          </a:bodyPr>
          <a:lstStyle/>
          <a:p>
            <a:r>
              <a:rPr lang="en-IN" sz="3200" dirty="0"/>
              <a:t>Proposed System: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A6319-6178-B4A8-C05D-640F866CB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5945474" cy="50317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recommended career paths (e.g., Data Analyst, ML Engineer)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required skills based on gap analysis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market demand (High / Medium) and salary range (e.g., 4–8 LPA)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presented in a structured card format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E510A-8316-53C7-2D0E-40A180370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673" y="1790927"/>
            <a:ext cx="5324671" cy="26080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E19C7B-44F4-15EF-B421-D03523AC28A7}"/>
              </a:ext>
            </a:extLst>
          </p:cNvPr>
          <p:cNvSpPr/>
          <p:nvPr/>
        </p:nvSpPr>
        <p:spPr>
          <a:xfrm>
            <a:off x="8194424" y="4466522"/>
            <a:ext cx="2503170" cy="4514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Fig:3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251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2536-0621-2911-F14B-247A1A6E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665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C0BCE-E305-5768-ED62-F1EF2A129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7309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is preprocessed using TF-IDF (for skills) and label encoding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 is fed into a Random Forest model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is calculated by comparing with required job skills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includes career recommendation, skills, demand, and salary</a:t>
            </a:r>
          </a:p>
          <a:p>
            <a:pPr marL="0" indent="0">
              <a:buNone/>
            </a:pPr>
            <a:endParaRPr lang="en-IN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625845-5531-48F0-FF50-490EED027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04" y="238879"/>
            <a:ext cx="2809500" cy="58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41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7D37-7A9B-8FFC-1C4A-6C9FAA23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516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9B9F2-B6B1-5548-C392-14B154237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enables career transition using data-driven insights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users from multiple domains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employability through personalized suggestions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real-time job data integration and resume parsing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machine learning backend with user-friendly web interface</a:t>
            </a:r>
          </a:p>
        </p:txBody>
      </p:sp>
    </p:spTree>
    <p:extLst>
      <p:ext uri="{BB962C8B-B14F-4D97-AF65-F5344CB8AC3E}">
        <p14:creationId xmlns:p14="http://schemas.microsoft.com/office/powerpoint/2010/main" val="366259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995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SKILLSHIFT – CAREER TRANSITION ADVISOR   </vt:lpstr>
      <vt:lpstr>Problem Statement</vt:lpstr>
      <vt:lpstr>Abstract</vt:lpstr>
      <vt:lpstr>Introduction</vt:lpstr>
      <vt:lpstr>Existing System</vt:lpstr>
      <vt:lpstr>Proposed System : Input Design</vt:lpstr>
      <vt:lpstr>Proposed System</vt:lpstr>
      <vt:lpstr>Machine learning</vt:lpstr>
      <vt:lpstr>Proposed System: Form Design</vt:lpstr>
      <vt:lpstr>Proposed System: Output Design</vt:lpstr>
      <vt:lpstr>Data Flow Diagram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 sarvesh</dc:creator>
  <cp:lastModifiedBy>guru sarvesh</cp:lastModifiedBy>
  <cp:revision>27</cp:revision>
  <dcterms:created xsi:type="dcterms:W3CDTF">2026-03-23T03:38:47Z</dcterms:created>
  <dcterms:modified xsi:type="dcterms:W3CDTF">2026-04-13T16:33:05Z</dcterms:modified>
</cp:coreProperties>
</file>